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6"/>
    <p:sldId id="264" r:id="rId5"/>
    <p:sldId id="265" r:id="rId4"/>
    <p:sldId id="266" r:id="rId3"/>
    <p:sldId id="267" r:id="rId2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7863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06: Mercado, PI e</a:t>
            </a:r>
          </a:p>
          <a:p>
            <a:pPr algn="l">
              <a:spcAft>
                <a:spcPts val="1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Monetização Ética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Mercado BR/internacional · Loja cosmética com moedas ganhas jogando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4206240" cy="822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MÓDULO 2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INTRODUÇÃO AO GDSCRIPT “DO ZERO”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Onde estamos na trilha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PROVAÇÃO M1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Círculo Mágico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fechado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06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Mercado + loja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éticas (GDScript)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07+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Próximos passos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do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Tópico da ementa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74980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Mercado brasileiro e</a:t>
            </a:r>
          </a:p>
          <a:p>
            <a:pPr algn="ctr">
              <a:spcAft>
                <a:spcPts val="14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internacional de jogos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Receita ética · Original IP vs serviços · loja sem azar na Godot.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Como o dinheiro circula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PREMIUM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Preço único justo — você compra o jogo.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1051560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128016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DLC / PASS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Conteúdo claro e transparente.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39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39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COSMÉTICOS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Skin sem vantagem injusta.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606039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9" y="2834639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SERVIÇOS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Arte, código, gamificação sob contrato.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Original 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Você cria e detém a propriedade intelectual.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Jogo autoral · personagens · mundo · merch · sequências.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O ativo é seu — e o contrato com o jogador também.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Prestação de serviços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Você vende capacidade — não necessariamente a IP.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Art outsourcing · serious games · apps gamificados.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Ética e contrato mudam: quem é dono? O que vai no portfólio?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Monetização ética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Preço justo e transparente.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39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7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DLC / pass com conteúdo claro.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Cosméticos sem pay-to-win.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799"/>
            <a:ext cx="8138160" cy="53035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◆  Moeda ganha jogando — recompensa tempo e habilidade.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Microtransações: aceitável × abusivo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3474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ACEITÁVEL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Skin com moedas da fase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Preço fixo visível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Recompensa por jogar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325880"/>
            <a:ext cx="3474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7A1F2B"/>
                </a:solidFill>
                <a:latin typeface="Cinzel"/>
                <a:cs typeface="Cinzel"/>
                <a:ea typeface="Cinzel"/>
              </a:rPr>
              <a:t>ABUSIVO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Loot box com chance oculta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Pay-to-win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Dark patterns / pressão em crianças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Loot boxes + ClassInd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No Brasil, simular jogo de azar eleva a faixa.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Loot boxes pagas → frequentemente 18+ (eco Aula 05).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Hoje: preço fixo · efeito determinístico · sem randi() na compra.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Ponte prática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749807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20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Hoje montamos o balcão sem azar.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Cena Control · PanelContainer · Button · Label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Primeiro GDScript de UI do Módulo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Nós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3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CONTROL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Família de UI — âncoras, não metros do mundo.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3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PANELCONTAINER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Fundo da loja e de cada item (Aura/Chapeu/Capa).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3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BUTTON / LABEL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Clique e texto — o balcão fala.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Árvore Scene (Godot)</a:t>
            </a:r>
          </a:p>
        </p:txBody>
      </p:sp>
      <p:pic>
        <p:nvPicPr>
          <p:cNvPr id="7" name="Picture 6" descr="hierarquia-loja-god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324612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40480" y="1005840"/>
            <a:ext cx="4800600" cy="35204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143000"/>
            <a:ext cx="448056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2D59A"/>
                </a:solidFill>
                <a:latin typeface="Consolas"/>
                <a:cs typeface="Consolas"/>
                <a:ea typeface="Consolas"/>
              </a:rPr>
              <a:t>Loja (Control) ← loja.gd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└─ PanelContainer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└─ MarginContainer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└─ VBoxContainer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├─ Título (Label)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├─ Moedas (Label)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├─ Aura (PanelContainer)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│    └─ HBox → Label + Button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├─ Chapeu / Capa (idem)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├─ GanharMoedas (Button)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 └─ Status (Label)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Margin = padding 10–16 · HBox: Label Expand + Button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Sinais: pressed → função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 botão avisa. O script responde.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Aba Sinais → pressed() → Connect no nó Loja.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GanharMoedas → _on_btn_ganhar_moedas_pressed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Button (Chapeu/Capa/Aura) → _on_btn_comprar_*_pressed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Economia in-game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SALDO 10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Moedas já “coletadas” na fase.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+5 / COLETA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Botão simula ganhar jogando.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5 · 12 · 20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Chapéu · Capa · Aura — preço fixo.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Script — Bloco 3 (base + coletar)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68680"/>
            <a:ext cx="8412480" cy="3840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81381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extends Control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var moedas: int = 10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var tem_chapeu: bool = false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var tem_capa: bool = false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var tem_aura: bool = false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const PRECO_CHAPEU: int = 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const PRECO_CAPA: int = 12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const PRECO_AURA: int = 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const GANHO_FASE: int = 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@onready var label_moedas: Label = $PanelContainer/MarginContainer/VBoxContainer/Moedas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@onready var label_status: Label = $PanelContainer/MarginContainer/VBoxContainer/Status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@onready var btn_chapeu: Button = $PanelContainer/MarginContainer/VBoxContainer/Chapeu/HBoxContainer/Button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@onready var btn_capa: Button = $PanelContainer/MarginContainer/VBoxContainer/Capa/HBoxContainer/Button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@onready var btn_aura: Button = $PanelContainer/MarginContainer/VBoxContainer/Aura/HBoxContainer/Button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func _ready() -&gt; void: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_atualizar_hud()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label_status.text = "Bem-vindo. Só moedas ganhas jogando."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func _atualizar_hud() -&gt; void: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label_moedas.text = "Moedas: %d" % moedas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func _on_btn_ganhar_moedas_pressed() -&gt; void: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moedas += GANHO_FASE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label_status.text = "Você coletou +%d moedas na fase." % GANHO_FASE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_atualizar_hud()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Script — Bloco 4 (compra ética)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68680"/>
            <a:ext cx="8412480" cy="3840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81381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func _on_btn_comprar_chapeu_pressed() -&gt; void: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if tem_chapeu: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label_status.text = "Você já tem chapéu."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return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if moedas &lt; PRECO_CHAPEU: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label_status.text = "Moedas insuficientes."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    return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moedas -= PRECO_CHAPEU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tem_chapeu = true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btn_chapeu.disabled = true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btn_chapeu.text = "Adquirido"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label_status.text = "Chapéu comprado!"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   _atualizar_hud()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# Repita o mesmo padrão para Capa e Aura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# (PRECO_CAPA / PRECO_AURA · tem_capa / tem_aura · btn_capa / btn_aura)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CE1D1"/>
                </a:solidFill>
                <a:latin typeface="Consolas"/>
                <a:cs typeface="Consolas"/>
                <a:ea typeface="Consolas"/>
              </a:rPr>
              <a:t># Proibido: randi() · loot box · preço em dinheiro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Checklist do artefato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960120"/>
            <a:ext cx="8138160" cy="411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ui/loja.tscn com raiz Control nomeada Loja.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35608"/>
            <a:ext cx="8138160" cy="411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PanelContainer + 3 itens (Label+Button) + GanharMoedas.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11095"/>
            <a:ext cx="8138160" cy="411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56815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loja.gd anexado · sinal pressed conectado.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86584"/>
            <a:ext cx="8138160" cy="411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32304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Label Moedas atualiza · bloqueios sem saldo / já possui.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8138160" cy="411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07792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Sem randi() / loot / IAP real.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8138160" cy="41148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8328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F6 demonstra o fluxo · anotações enviadas.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Fechamento e Altar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5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FIM DA AULA 06: GUARDIÃO DA LOJA ÉTICA</a:t>
            </a:r>
          </a:p>
          <a:p>
            <a:pPr algn="ctr">
              <a:spcAft>
                <a:spcPts val="10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Respeitar o tempo do jogador também é modelo de negócio.</a:t>
            </a:r>
          </a:p>
          <a:p>
            <a:pPr algn="ctr">
              <a:spcAft>
                <a:spcPts val="12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Envie as anotações. Leve o código ao Altar quando o Mestre liberar.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Próxima trilha: continuar o GDScript “do zero” (Aula 07).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06 | MÓDULO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2026-09-03T14:44:26Z</dcterms:created>
  <dcterms:modified xsi:type="dcterms:W3CDTF">2026-09-03T14:44:26Z</dcterms:modified>
</cp:coreProperties>
</file>