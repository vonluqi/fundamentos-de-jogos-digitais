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6"/>
    <p:sldId id="264" r:id="rId5"/>
    <p:sldId id="265" r:id="rId4"/>
    <p:sldId id="266" r:id="rId3"/>
    <p:sldId id="267" r:id="rId2"/>
    <p:sldId id="268" r:id="rId19"/>
    <p:sldId id="269" r:id="rId20"/>
    <p:sldId id="270" r:id="rId21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1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8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7863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Aula 04: A Linha do Tempo das</a:t>
            </a:r>
          </a:p>
          <a:p>
            <a:pPr algn="l">
              <a:spcAft>
                <a:spcPts val="1600"/>
              </a:spcAft>
            </a:pPr>
            <a:r>
              <a:rPr sz="2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Plataformas e as Restrições Técnicas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Histórico de hardware · Viewport retrô e stretch clássico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383280"/>
            <a:ext cx="4023360" cy="82296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MÓDULO 1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FUNDAÇÕES, CULTURA E 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04 | MÓDULO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Onde estamos na trilha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2743200" cy="22860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AULA 02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Player anda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(Input Map + script)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1945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280160"/>
            <a:ext cx="2743200" cy="22860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50876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AULA 03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Nearest + máscara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cultural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1945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280160"/>
            <a:ext cx="2743200" cy="22860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0876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AULA 04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Quadro / resolução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/ plataforma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04 | MÓDULO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Tópico da ementa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8138160" cy="256032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749807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Histórico dos jogos e suas</a:t>
            </a:r>
          </a:p>
          <a:p>
            <a:pPr algn="ctr">
              <a:spcAft>
                <a:spcPts val="14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plataformas de hardware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Da restrição técnica à criatividade — e ao contrato de tela na Godot.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04 | MÓDULO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O que é plataforma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2743200" cy="256032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HARDWARE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CPU, memória, vídeo, entrada — o corpo da máquina.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188720"/>
            <a:ext cx="2743200" cy="256032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46304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CONTRATO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O que o software pode pedir: pixels, cores, sprites.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2743200" cy="256032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GERAÇÃO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Cada era redefine o orçamento visual do designer.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04 | MÓDULO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Linha do tempo — mesa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3977639" cy="13716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ATARI 2600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~160×192 · poucos objetos por linha.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59" y="1051560"/>
            <a:ext cx="3977639" cy="13716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59" y="1280160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NES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256×240 · 8 sprites/scanline · paleta curta.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06039"/>
            <a:ext cx="3977639" cy="13716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34639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SNES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256×224 · mais cores/camadas · Mode 7.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606039"/>
            <a:ext cx="3977639" cy="13716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59" y="2834639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HD / HOJE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720p→4K · o limite muda de forma.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04 | MÓDULO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Linha do tempo — portátil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2743200" cy="23774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GAME BOY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160×144 · 4 tons · silhueta &gt; detalhe.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280160"/>
            <a:ext cx="2743200" cy="23774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55448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GBA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240×160 · mais cor, tela perto do rosto.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2743200" cy="23774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554480"/>
            <a:ext cx="2377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DS / MODERNOS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Telas dual / HD · densidade de UI importa.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04 | MÓDULO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Restrições que moldam o design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05840"/>
            <a:ext cx="8138160" cy="62179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115568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RESOLUÇÃO  —  Poucos pixels — cada um conta.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8138160" cy="62179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47088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PALETA  —  Poucas cores por tile/sprite.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468880"/>
            <a:ext cx="8138160" cy="62179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578608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SPRITES / SCANLINE  —  Limite por linha → flicker e truques.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00400"/>
            <a:ext cx="8138160" cy="621792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310128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MEMÓRIA  —  Tiles reutilizados viram linguagem.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04 | MÓDULO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Criatividade sob limite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97280"/>
            <a:ext cx="8138160" cy="9144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FLICKER (NES)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Sprites reordenados quando passam do limite por scanline.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48839"/>
            <a:ext cx="8138160" cy="9144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13431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TILES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O mesmo bloco monta biomas inteiros.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200400"/>
            <a:ext cx="8138160" cy="91440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364992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MODE 7 (SNES)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Perspectiva falsa e ondas — sem 3D de verdade.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04 | MÓDULO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Retrô hoje — contratos 16:9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97280"/>
            <a:ext cx="3931920" cy="28346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3474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320 × 180</a:t>
            </a:r>
          </a:p>
          <a:p>
            <a:pPr algn="ctr">
              <a:spcAft>
                <a:spcPts val="800"/>
              </a:spcAft>
            </a:pPr>
            <a:r>
              <a:rPr sz="14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Pixels grandes e legíveis.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Contrato “8/16-bit moderno”.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1097280"/>
            <a:ext cx="3931920" cy="28346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1417320"/>
            <a:ext cx="3474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480 × 270</a:t>
            </a:r>
          </a:p>
          <a:p>
            <a:pPr algn="ctr">
              <a:spcAft>
                <a:spcPts val="800"/>
              </a:spcAft>
            </a:pPr>
            <a:r>
              <a:rPr sz="14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Mesmo aspect, mais detalhe.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Ainda claramente retrô.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04 | MÓDULO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Ponte: do conceito à oficina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7863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Hoje configuramos o contrato de tela.</a:t>
            </a:r>
          </a:p>
          <a:p>
            <a:pPr algn="ctr">
              <a:spcAft>
                <a:spcPts val="10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Viewport baixo + stretch viewport/keep = pixels limpos.</a:t>
            </a:r>
          </a:p>
          <a:p>
            <a:pPr algn="ctr">
              <a:spcAft>
                <a:spcPts val="16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Nearest (Aula 03) protege o asset; stretch protege o quadro.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Próximo: Project Settings → Display → Window.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04 | MÓDULO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Viewport vs janela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97280"/>
            <a:ext cx="3931920" cy="28346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3474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6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VIEWPORT</a:t>
            </a:r>
          </a:p>
          <a:p>
            <a:pPr algn="ctr">
              <a:spcAft>
                <a:spcPts val="10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Resolução de design.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Viewport Width / Height — o quadro nativo do jogo.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1097280"/>
            <a:ext cx="3931920" cy="28346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1371600"/>
            <a:ext cx="3474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6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JANELA</a:t>
            </a:r>
          </a:p>
          <a:p>
            <a:pPr algn="ctr">
              <a:spcAft>
                <a:spcPts val="10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Tamanho na tela.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Window Override — ex.: 1280×720 com viewport 320×180.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04 | MÓDULO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Stretch Mode = viewport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8138160" cy="288036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63040"/>
            <a:ext cx="7498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</a:pPr>
            <a:r>
              <a:rPr sz="18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Renderiza no tamanho base — depois escala para a janela.</a:t>
            </a:r>
          </a:p>
          <a:p>
            <a:pPr algn="ctr">
              <a:spcAft>
                <a:spcPts val="10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É o caminho clássico para pixel art: o jogo “pensa” em poucos pixels.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Project Settings → Display → Window → Stretch → Mode → viewport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04 | MÓDULO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Aspect keep + Scale integer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97280"/>
            <a:ext cx="3931920" cy="28346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3474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600" b="1">
                <a:solidFill>
                  <a:srgbClr val="CFA759"/>
                </a:solidFill>
                <a:latin typeface="Cinzel"/>
                <a:cs typeface="Cinzel"/>
                <a:ea typeface="Cinzel"/>
              </a:rPr>
              <a:t>ASPECT KEEP</a:t>
            </a:r>
          </a:p>
          <a:p>
            <a:pPr algn="ctr">
              <a:spcAft>
                <a:spcPts val="10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Mantém a proporção.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Barras pretas se a janela não for 16:9.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1097280"/>
            <a:ext cx="3931920" cy="283464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1371600"/>
            <a:ext cx="3474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6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SCALE INTEGER</a:t>
            </a:r>
          </a:p>
          <a:p>
            <a:pPr algn="ctr">
              <a:spcAft>
                <a:spcPts val="1000"/>
              </a:spcAft>
            </a:pPr>
            <a:r>
              <a:rPr sz="15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Pixels inteiros.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Evita escala fracionária que “quebra” a grade.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04 | MÓDULO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Checklist do artefato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914400"/>
            <a:ext cx="8138160" cy="384048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7680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□  Viewport Width×Height = 320×180 ou 480×270.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53312"/>
            <a:ext cx="8138160" cy="384048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99032"/>
            <a:ext cx="7680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□  Stretch Mode = viewport.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92224"/>
            <a:ext cx="8138160" cy="384048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837944"/>
            <a:ext cx="7680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□  Stretch Aspect = keep.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231136"/>
            <a:ext cx="8138160" cy="384048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276856"/>
            <a:ext cx="7680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□  Stretch Scale Mode = integer.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70048"/>
            <a:ext cx="8138160" cy="384048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15768"/>
            <a:ext cx="7680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□  Window Override definido (ex.: 1280×720).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08960"/>
            <a:ext cx="8138160" cy="384048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154680"/>
            <a:ext cx="7680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□  Play: pixels nítidos + proporção ao redimensionar.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47872"/>
            <a:ext cx="8138160" cy="384048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593592"/>
            <a:ext cx="7680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□  Nearest ativo (eco Aula 03) + anotações enviadas.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04 | MÓDULO 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A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256032"/>
            <a:ext cx="640080" cy="384048"/>
          </a:xfrm>
          <a:prstGeom prst="roundRect">
            <a:avLst/>
          </a:prstGeom>
          <a:solidFill>
            <a:srgbClr val="7A1F2B"/>
          </a:solidFill>
          <a:ln w="12700">
            <a:solidFill>
              <a:srgbClr val="CFA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Fechamento e Altar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8138160" cy="2880360"/>
          </a:xfrm>
          <a:prstGeom prst="roundRect">
            <a:avLst/>
          </a:prstGeom>
          <a:solidFill>
            <a:srgbClr val="18121A"/>
          </a:solidFill>
          <a:ln w="15875">
            <a:solidFill>
              <a:srgbClr val="7A5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17320"/>
            <a:ext cx="7498079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1500" b="1">
                <a:solidFill>
                  <a:srgbClr val="F2D59A"/>
                </a:solidFill>
                <a:latin typeface="Cinzel"/>
                <a:cs typeface="Cinzel"/>
                <a:ea typeface="Cinzel"/>
              </a:rPr>
              <a:t>FIM DA AULA 04: GUARDIÃO DA RESOLUÇÃO</a:t>
            </a:r>
          </a:p>
          <a:p>
            <a:pPr algn="ctr">
              <a:spcAft>
                <a:spcPts val="1000"/>
              </a:spcAft>
            </a:pPr>
            <a:r>
              <a:rPr sz="1400" b="0">
                <a:solidFill>
                  <a:srgbClr val="ECE1D1"/>
                </a:solidFill>
                <a:latin typeface="Georgia"/>
                <a:cs typeface="Georgia"/>
                <a:ea typeface="Georgia"/>
              </a:rPr>
              <a:t>Toda plataforma escreve um contrato invisível de pixels e cores.</a:t>
            </a:r>
          </a:p>
          <a:p>
            <a:pPr algn="ctr">
              <a:spcAft>
                <a:spcPts val="1200"/>
              </a:spcAft>
            </a:pPr>
            <a:r>
              <a:rPr sz="13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Envie as anotações. Leve o código ao Altar quando o Mestre liberar.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AB9C8A"/>
                </a:solidFill>
                <a:latin typeface="Georgia"/>
                <a:cs typeface="Georgia"/>
                <a:ea typeface="Georgia"/>
              </a:rPr>
              <a:t>Próxima trilha: ClassInd, IARC e design saudável (sem Godot).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B9C8A"/>
                </a:solidFill>
                <a:latin typeface="Cinzel"/>
                <a:cs typeface="Cinzel"/>
                <a:ea typeface="Cinzel"/>
              </a:rPr>
              <a:t>AULA 04 | MÓDULO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2026-09-03T14:44:26Z</dcterms:created>
  <dcterms:modified xsi:type="dcterms:W3CDTF">2026-09-03T14:44:26Z</dcterms:modified>
</cp:coreProperties>
</file>