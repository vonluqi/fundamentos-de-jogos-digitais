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03: Homo Ludens, Identidade</a:t>
            </a:r>
          </a:p>
          <a:p>
            <a:pPr algn="l">
              <a:spcAft>
                <a:spcPts val="1600"/>
              </a:spcAft>
            </a:pPr>
            <a:r>
              <a:rPr sz="2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 Expressão Cultural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Cultura como jogo · Pixel art, importação e herói brasileiro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02336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FUNDAÇÕES, CULTURA 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Onde estamos na trilha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01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Círculo Mágico + Inspector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02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Player anda (Input Map + script)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03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Máscara cultural + pixel nítido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Tópico da ementa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jogo como elemento da cultura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(Homo Ludens)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Do conceito de Huizinga à máscara do herói na Godot.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Huizinga — tese-chave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13816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7589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Homo Ludens (1938)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 cultura humana surge e se desenvolve como jogo.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No jogo e pelo jogo a civilização toma forma — rito, linguagem, arte e competição carregam caráter lúdico.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O humano não é só quem pensa ou fabrica: é também quem joga.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que é jogar — definição operacional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LIVRE  —  Voluntário, não imposto.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81912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335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LIMITES  —  Tempo e espaço próprios.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03704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9514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REGRAS  —  Aceitas por quem entra.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25496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TENSÃO  —  Prazer + risco lúdico.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47288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3872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FORA DO COTIDIANO  —  Consciência de outro mundo.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Cultura jogada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RITO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Cerimônia e festa como forma lúdica.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LINGUAGEM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Jogo de sentidos e nomes.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ARTE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Criação com regras e tensão.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COMPETIÇÃO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Agón — disputa que gera ordem.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Identidade nos jogos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7589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Criadores traduzem regionalidade em sistemas jogáveis.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Não é “decorar” o jogo com cultura — é transformar lendas, fauna e paisagens em elementos interativos.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sprite, o cenário e o loop dizem de onde falamos.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Hoje: o Player da Aula 02 veste uma máscara brasileira.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Exemplos BR — inspiração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FOLCLORE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Saci, Curupira, Cuca, Boitatá em indies nacionais.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39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1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REGIONAL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Sertão, Amazônia, urbano contemporâneo.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00400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FAUNA / SÍMBOLOS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Motivos locais como identidade visual do herói.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Ponte: do conceito à oficina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Hoje o sprite vira máscara.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Importar pixel art e deixar nítida (Nearest) é o ofício.</a:t>
            </a:r>
          </a:p>
          <a:p>
            <a:pPr algn="ctr">
              <a:spcAft>
                <a:spcPts val="16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Escolher o que o herói representa é o gesto de Homo Ludens.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Próximo: pacote Tiny Hero e FileSystem.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Pacote Tiny Hero (CraftPix)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743200" cy="18288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PINK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Pink_Monster.png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18288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OWLET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Owlet_Monster.png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743200" cy="18288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DUDE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Dude_Monster.png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MVP: use o PNG base (1 frame no Sprite2D).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Sheets Idle/Walk = exploração; animação completa fica para depois.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Importar no FileSystem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0584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Crie a pasta sprites/hero no projeto da Aula 02.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78308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9202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Arraste e solte o PNG escolhido no FileSystem.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65176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56032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6974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Confirme res://… e os metadados de importação.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33756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747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Atribua a textura ao Sprite2D do Player.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Nearest — pixel nítido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LINEAR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Suaviza e borra o pixel art.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Default em projetos novos — inimigo do pixel duro.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NEAREST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Preserva arestas de pixel.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Sprite2D → Texture → Filter, ou default do projeto.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Personalização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743200" cy="2011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FOLCLORE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Saci, Curupira, Iara, Boitatá, Cuca…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2011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FAUNA BR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Onça, tucano, jabuti, capivara…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743200" cy="2011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URBANO / REGIONAL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Cidade, cordel, frevo, sertão…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Nível 1: recolor ou crop + justificativa.  Nível 2: acessório/silhueta.  Nível 3: sheets (bônus).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332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ZIP Tiny Hero baixado e PNG no projeto.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Sprite2D do Player com a textura importada.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Filtro Nearest — pixel nítido no 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Personalização cultural Nível 1+ (visual e/ou justificativa).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4495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CollisionShape ajustado + movimento da Aula 02 intacto.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8138160" cy="43891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Anotações + síntese enviadas na página da aula.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Altar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03: MÁSCARA DO HOMO LUDENS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 cultura joga — e o seu herói agora carrega uma máscara brasileira.</a:t>
            </a:r>
          </a:p>
          <a:p>
            <a:pPr algn="ctr">
              <a:spcAft>
                <a:spcPts val="12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Envie as anotações na página. Leve o código ao Altar quando o Mestre liberar.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Próxima trilha: câmera, cena de teste e primeira animação.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03 | MÓDULO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