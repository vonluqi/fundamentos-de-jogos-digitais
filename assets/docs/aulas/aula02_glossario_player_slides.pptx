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02: O Glossário do Desenvolvedor</a:t>
            </a:r>
          </a:p>
          <a:p>
            <a:pPr algn="l">
              <a:spcAft>
                <a:spcPts val="1600"/>
              </a:spcAft>
            </a:pPr>
            <a:r>
              <a:rPr sz="2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e o Player na Tela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Core Loop, Grokking, Assets · Cenas, Nós, Input Map e movimento mínimo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384048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FUNDAÇÕES, CULTURA 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Objetivos da aula e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3931920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APRENDER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Definir Core Loop, Grokking e Assets de forma operacional.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05840"/>
            <a:ext cx="3931920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39" y="118872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MONTAR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Criar a cena do Player: CharacterBody2D + Sprite2D + CollisionShape2D.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60320"/>
            <a:ext cx="3931920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MAPEAR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Input Map com ir_cima, ir_baixo, ir_esquerda, ir_direita.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560320"/>
            <a:ext cx="3931920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39" y="274320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MOVER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Script mínimo player.gd com move_and_slide no 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Glossário — três termos do ofício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CORE LOOP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ciclo básico que o jogador repete.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GROKKING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Controles na memória muscular.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ASSETS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Imagens, sons e recursos do jogo.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Core Loop — andar → coletar → avançar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O ciclo básico que o jogador repete. Se o loop não for claro, o jogo não ensina o que fazer em seguida.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20240"/>
            <a:ext cx="2011680" cy="2011680"/>
          </a:xfrm>
          <a:prstGeom prst="ellipse">
            <a:avLst/>
          </a:prstGeom>
          <a:solidFill>
            <a:srgbClr val="18121A"/>
          </a:solidFill>
          <a:ln w="254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51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920240"/>
            <a:ext cx="2011680" cy="2011680"/>
          </a:xfrm>
          <a:prstGeom prst="ellipse">
            <a:avLst/>
          </a:prstGeom>
          <a:solidFill>
            <a:srgbClr val="18121A"/>
          </a:solidFill>
          <a:ln w="254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COLETAR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651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1920240"/>
            <a:ext cx="2011680" cy="2011680"/>
          </a:xfrm>
          <a:prstGeom prst="ellipse">
            <a:avLst/>
          </a:prstGeom>
          <a:solidFill>
            <a:srgbClr val="18121A"/>
          </a:solidFill>
          <a:ln w="254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AVANÇAR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Grokking — memória muscular dos controles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138160" cy="2926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589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momento em que os controles saem da cabeça e entram nas mãos.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Antes do Grokking: o jogador pensa “preciso apertar W”.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Depois do Grokking: o personagem já está andando — a tecla virou reflexo.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Nesta aula, o Input Map + Play começam esse caminho.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Assets — imagens e sons no FileSystem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9601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IMAGENS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Sprites, ícones, tiles — o Sprite2D consome uma textura.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8138160" cy="9601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SONS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SFX e música — recursos referenciados por nós de áudio.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79"/>
            <a:ext cx="8138160" cy="9601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59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OUTROS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Fontes, cenas, scripts — tudo que o jogo consome no projeto.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Ponte: do glossário à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Glossário nomeia o ofício;</a:t>
            </a:r>
          </a:p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ECE1D1"/>
                </a:solidFill>
                <a:latin typeface="Cinzel"/>
                <a:cs typeface="Cinzel"/>
                <a:ea typeface="Cinzel"/>
              </a:rPr>
              <a:t>a cena do Player é o primeiro lugar</a:t>
            </a:r>
          </a:p>
          <a:p>
            <a:pPr algn="ctr">
              <a:spcAft>
                <a:spcPts val="1800"/>
              </a:spcAft>
            </a:pPr>
            <a:r>
              <a:rPr sz="2200" b="1">
                <a:solidFill>
                  <a:srgbClr val="ECE1D1"/>
                </a:solidFill>
                <a:latin typeface="Cinzel"/>
                <a:cs typeface="Cinzel"/>
                <a:ea typeface="Cinzel"/>
              </a:rPr>
              <a:t>onde esses termos viram estrutura.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Próximo: Cenas, Nós e a hierarquia do Jogador.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Godot — Cenas e Nós (“receita de bolo”)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743200" cy="24688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NÓ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Tudo na Godot é um nó: corpo, sprite, colisão, 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43000"/>
            <a:ext cx="2743200" cy="24688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17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CENA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Arquivo .tscn = receita reutilizável com esses nós.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2743200" cy="24688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ÁRVORE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Filhos herdam a transform da raiz — hierarquia importa.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Hierarquia do Player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7498079" cy="868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6187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CharacterBody2D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Raiz — corpo controlável do herói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103120"/>
            <a:ext cx="6995160" cy="868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6771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Sprite2D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Filho — imagem / asset visual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08960"/>
            <a:ext cx="6995160" cy="8686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7355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CollisionShape2D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Filho — forma de colisão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Passo a passo: criar a cena do zero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0584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Nova cena com raiz CharacterBody2D (renomeie para Player).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78308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9202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Adicione Sprite2D e atribua uma textura (placeholder da Godot serve).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65176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56032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6974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Adicione CollisionShape2D com RectangleShape2D ou CapsuleShape2D.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7A1F2B"/>
          </a:solidFill>
          <a:ln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337560"/>
            <a:ext cx="7406640" cy="64008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7472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Salve como player.tscn.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Input Map — ações ir_*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Project → Project Settings → Input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840480" cy="10058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ir_cima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554480"/>
            <a:ext cx="3840480" cy="10058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ir_baixo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3840480" cy="10058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ir_esquerda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743200"/>
            <a:ext cx="3840480" cy="10058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ir_direita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Teclas: WASD ou setas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3931920" cy="2743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WASD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W → ir_cima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 → ir_esquerda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 → ir_baixo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 → ir_direita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88720"/>
            <a:ext cx="3931920" cy="2743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SETAS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↑ → ir_cima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← → ir_esquerda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↓ → ir_baixo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→ → ir_direita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Script mínimo — player.gd + move_and_slide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30175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7589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Anexe player.gd ao CharacterBody2D.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Leia as ações ir_* (Input.get_vector ou is_action_pressed).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Aplique velocity e chame move_and_slide().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2D59A"/>
                </a:solidFill>
                <a:latin typeface="Georgia"/>
                <a:cs typeface="Georgia"/>
                <a:ea typeface="Georgia"/>
              </a:rPr>
              <a:t>Pressione Play — sinta o início do Grokking.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Fora de escopo: câmera follow, jump avançado, animação.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138160" cy="5029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Cena player.tscn salva com hierarquia correta.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19"/>
            <a:ext cx="8138160" cy="5029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5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Sprite2D com textura e CollisionShape2D com shape.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40280"/>
            <a:ext cx="8138160" cy="5029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Input Map com as quatro ações ir_* mapeadas.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8138160" cy="5029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player.gd move o personagem nas quatro direções no 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8138160" cy="5029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Anotações + síntese enviadas na página da aula.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próxima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8138160" cy="2743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02: GLOSSÁRIO E PLAYER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Você nomeou o ofício e colocou o herói na tela.</a:t>
            </a:r>
          </a:p>
          <a:p>
            <a:pPr algn="ctr">
              <a:spcAft>
                <a:spcPts val="1600"/>
              </a:spcAft>
            </a:pPr>
            <a:r>
              <a:rPr sz="15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Próxima aula (ponte): câmera follow e polish de movimento.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Leve o código da aula ao Altar quando o Mestre liberar.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02 | MÓDULO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