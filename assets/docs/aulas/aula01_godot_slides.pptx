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707231" y="71438"/>
            <a:ext cx="7144" cy="5072063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3000" y="1395208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Aula 01: O Círculo Mágico e a Interface da Godot 4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1143000" y="2698161"/>
            <a:ext cx="57150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Fundamentos de jogos, experimentação e regras emergentes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748292"/>
            <a:ext cx="7572375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MÓDULO 1</a:t>
            </a:r>
            <a:r>
              <a:rPr lang="en-US" sz="1050" spc="2" kern="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
</a:t>
            </a:r>
            <a:r>
              <a:rPr lang="en-US" sz="1050" spc="2" kern="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FUNDAÇÕES, CULTURA E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4857750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 que acontece quando entramos em um jogo?</a:t>
            </a:r>
            <a:endParaRPr lang="en-US" sz="2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73002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8756" y="1808708"/>
            <a:ext cx="4521994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 jogo cria um </a:t>
            </a:r>
            <a:r>
              <a:rPr lang="en-US" sz="14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espaço temporário</a:t>
            </a: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com </a:t>
            </a: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regras próprias, isolado da rotina.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47317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57325" y="2583024"/>
            <a:ext cx="4543425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 Godot 4, essas regras podem ser </a:t>
            </a:r>
            <a:r>
              <a:rPr lang="en-US" sz="14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observadas e transformadas</a:t>
            </a: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sem escrever código.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6300788" y="785813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5"/>
          <p:cNvSpPr/>
          <p:nvPr/>
        </p:nvSpPr>
        <p:spPr>
          <a:xfrm>
            <a:off x="6515100" y="1000125"/>
            <a:ext cx="1971675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"O jogo é uma atividade que ocorre dentro de certos limites de tempo e espaço, seguindo regras livremente aceitas."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558213" y="2289572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7"/>
          <p:cNvSpPr/>
          <p:nvPr/>
        </p:nvSpPr>
        <p:spPr>
          <a:xfrm>
            <a:off x="6286500" y="4700588"/>
            <a:ext cx="2428875" cy="442913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AULA 01 | MÓDULO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5214938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Da ideia de jogo à experiência interativa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1143000" y="1824447"/>
            <a:ext cx="521493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REGRAS E OBJETIVOS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3000" y="2117341"/>
            <a:ext cx="521493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Sistemas que definem o que é possível e o que é necessário alcançar.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3000" y="2594521"/>
            <a:ext cx="521493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AGÊNCIA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2887414"/>
            <a:ext cx="521493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capacidade do jogador de tomar decisões que impactam o mundo.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43000" y="3364595"/>
            <a:ext cx="521493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3657488"/>
            <a:ext cx="521493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resposta do sistema às ações, validando a participação.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43688" y="642938"/>
            <a:ext cx="2071688" cy="1251496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2" name="Text 9"/>
          <p:cNvSpPr/>
          <p:nvPr/>
        </p:nvSpPr>
        <p:spPr>
          <a:xfrm>
            <a:off x="6643688" y="642938"/>
            <a:ext cx="2071688" cy="1251496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JOGOS SÃO SISTEMAS DE REGRAS EM MOVIMENTO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43688" y="4443413"/>
            <a:ext cx="2071688" cy="7000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Nesta aula, a física será o laboratório para observar como variáveis viram comportamento.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4857750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 Círculo Mágico separa dois mundos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1143000" y="1745866"/>
            <a:ext cx="485775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Espaço e Tempo Delimitados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" y="2070906"/>
            <a:ext cx="4857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 Johan Huizinga, o jogo é um “mundo temporário” com regras próprias dentro do cotidiano.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" y="2835287"/>
            <a:ext cx="485775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Suspensão da Realidade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3160328"/>
            <a:ext cx="4857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Ao entrar no jogo, as normas e comportamentos do mundo real são reorganizados.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3924709"/>
            <a:ext cx="485775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Convenção Social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4249750"/>
            <a:ext cx="4857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círculo pode ser uma fronteira física ou apenas um acordo entre os jogadores.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6500" y="785813"/>
            <a:ext cx="2428875" cy="22094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8701088" y="785813"/>
            <a:ext cx="14288" cy="22094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6500" y="785813"/>
            <a:ext cx="14288" cy="22094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Shape 11"/>
          <p:cNvSpPr/>
          <p:nvPr/>
        </p:nvSpPr>
        <p:spPr>
          <a:xfrm>
            <a:off x="6286500" y="785813"/>
            <a:ext cx="214313" cy="142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5" name="Text 12"/>
          <p:cNvSpPr/>
          <p:nvPr/>
        </p:nvSpPr>
        <p:spPr>
          <a:xfrm>
            <a:off x="6500813" y="1071563"/>
            <a:ext cx="2000250" cy="110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"Dentro do círculo mágico, as leis e costumes da vida ordinária não contam. Somos diferentes e fazemos coisas diferentes."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00813" y="2314463"/>
            <a:ext cx="20002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— JOHAN HUIZINGA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472488" y="2980897"/>
            <a:ext cx="214313" cy="142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8" name="Text 15"/>
          <p:cNvSpPr/>
          <p:nvPr/>
        </p:nvSpPr>
        <p:spPr>
          <a:xfrm>
            <a:off x="6286500" y="4529138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PERGUNTA-GUIA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86500" y="4757738"/>
            <a:ext cx="24288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Quais regras passam a valer quando apertamos “Play”?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00063"/>
            <a:ext cx="7572375" cy="408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 que torna um jogo diferente?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1143000" y="1194402"/>
            <a:ext cx="3564117" cy="496491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194402"/>
            <a:ext cx="3564117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FORA DO JOGO (REALIDADE)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7117" y="1194402"/>
            <a:ext cx="4008258" cy="496491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8" name="Text 5"/>
          <p:cNvSpPr/>
          <p:nvPr/>
        </p:nvSpPr>
        <p:spPr>
          <a:xfrm>
            <a:off x="4707117" y="1194402"/>
            <a:ext cx="4008258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DENTRO DO JOGO (CÍRCULO MÁGICO)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1690892"/>
            <a:ext cx="3564117" cy="5093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Ações têm consequências no cotidiano.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07117" y="1690892"/>
            <a:ext cx="4008258" cy="5093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Ações são interpretadas pelo sistema do jogo.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43000" y="2200219"/>
            <a:ext cx="7572375" cy="51289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2200219"/>
            <a:ext cx="3564117" cy="51289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Regras podem ser implícitas e sociais.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07117" y="2200219"/>
            <a:ext cx="4008258" cy="51289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Regras são explicitadas ou incorporadas.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3000" y="2713118"/>
            <a:ext cx="3564117" cy="51289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resultado não precisa ser mensurado.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07117" y="2713118"/>
            <a:ext cx="4008258" cy="51289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Há estados, objetivos e feedback constantes.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143000" y="3226017"/>
            <a:ext cx="7572375" cy="51289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226017"/>
            <a:ext cx="3564117" cy="51289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espaço é o mundo compartilhado.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707117" y="3226017"/>
            <a:ext cx="4008258" cy="51289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espaço é enquadrado por uma experiência.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43000" y="4028238"/>
            <a:ext cx="5715000" cy="55721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jogo cria uma </a:t>
            </a:r>
            <a:r>
              <a:rPr lang="en-US" sz="1000" b="1" i="1" dirty="0">
                <a:solidFill>
                  <a:srgbClr val="B71C1C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realidade operacional</a:t>
            </a: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: as mesmas ações podem produzir efeitos </a:t>
            </a: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diferentes conforme o sistema desenhado.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00063"/>
            <a:ext cx="757237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 Godot organiza o círculo em quatro painéis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66577"/>
            <a:ext cx="200025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0181" y="1334430"/>
            <a:ext cx="5893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SCENE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3000" y="1641611"/>
            <a:ext cx="36790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Hierarquia dos objetos e composição da cena. Onde a estrutura do mundo é definida.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344" y="1366577"/>
            <a:ext cx="200025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3525" y="1334430"/>
            <a:ext cx="11394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FILESYSTEM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036344" y="1641611"/>
            <a:ext cx="36790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Recursos do projeto: cenas, imagens, sons e scripts. Sua biblioteca de ativos.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59571"/>
            <a:ext cx="178594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750" y="2427424"/>
            <a:ext cx="10608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INSPECTOR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143000" y="2734605"/>
            <a:ext cx="36790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Propriedades editáveis do objeto selecionado. Onde as regras físicas são ajustadas.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344" y="2459571"/>
            <a:ext cx="200025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43525" y="2427424"/>
            <a:ext cx="130016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VIEWPORT 2D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036344" y="2734605"/>
            <a:ext cx="36790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Espaço visual de construção. Onde você vê o "Círculo Mágico" ganhando forma.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1157288" y="3491843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1"/>
          <p:cNvSpPr/>
          <p:nvPr/>
        </p:nvSpPr>
        <p:spPr>
          <a:xfrm>
            <a:off x="8558213" y="4199074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2"/>
          <p:cNvSpPr/>
          <p:nvPr/>
        </p:nvSpPr>
        <p:spPr>
          <a:xfrm>
            <a:off x="1143000" y="3491843"/>
            <a:ext cx="7572375" cy="721519"/>
          </a:xfrm>
          <a:prstGeom prst="rect">
            <a:avLst/>
          </a:prstGeom>
          <a:noFill/>
          <a:ln/>
        </p:spPr>
        <p:txBody>
          <a:bodyPr wrap="square" lIns="340233" tIns="170053" rIns="34023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O editor reduz a distância entre intenção e experimento: selecionar, alterar, executar e </a:t>
            </a:r>
            <a:r>
              <a:rPr lang="en-US" sz="11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observar.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5000625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 cena é um sistema de relações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1500188" y="1781584"/>
            <a:ext cx="464343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RigidBody2D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00188" y="2070906"/>
            <a:ext cx="464343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Corpo cuja posição, rotação e colisões são calculadas integralmente pela simulação física.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28813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0188" y="2760948"/>
            <a:ext cx="464343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StaticBody2D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500188" y="3050270"/>
            <a:ext cx="464343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Corpo estático usado para superfícies e obstáculos que não se movem, mas bloqueiam outros objetos.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08177"/>
            <a:ext cx="175022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0188" y="3740311"/>
            <a:ext cx="464343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CollisionShape2D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500188" y="4029633"/>
            <a:ext cx="464343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Define a geometria invisível usada pelo motor para detectar o contato entre os corpos.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429375" y="785813"/>
            <a:ext cx="2286000" cy="20716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9"/>
          <p:cNvSpPr/>
          <p:nvPr/>
        </p:nvSpPr>
        <p:spPr>
          <a:xfrm>
            <a:off x="6679406" y="1035844"/>
            <a:ext cx="17859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LABORATÓRIO DE REGRAS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679406" y="1493044"/>
            <a:ext cx="1785938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bola e as plataformas formam um pequeno mundo: massa, gravidade e contato determinam o que pode ou não acontecer.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429375" y="4722019"/>
            <a:ext cx="2286000" cy="42148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GODOT 4 | MÓDULO 1.1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5000625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Atividade: brincando no Inspector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1143000" y="1860166"/>
            <a:ext cx="285750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7F1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07344" y="1860166"/>
            <a:ext cx="453628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Abra a cena pré-configurada contendo a </a:t>
            </a:r>
            <a:r>
              <a:rPr lang="en-US" sz="12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bola física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 as 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plataformas.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" y="2633030"/>
            <a:ext cx="291164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7F1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12757" y="2633030"/>
            <a:ext cx="453086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Selecione o nó da bola e localize o painel </a:t>
            </a:r>
            <a:r>
              <a:rPr lang="en-US" sz="12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Inspector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à 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direita.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3405894"/>
            <a:ext cx="297470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7F1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19064" y="3405894"/>
            <a:ext cx="452456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Altere </a:t>
            </a:r>
            <a:r>
              <a:rPr lang="en-US" sz="12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uma propriedade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por vez (massa, gravidade, 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etc.).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3000" y="4178759"/>
            <a:ext cx="292838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7F1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14432" y="4178759"/>
            <a:ext cx="452919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Pressione </a:t>
            </a:r>
            <a:r>
              <a:rPr lang="en-US" sz="12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Play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 observe a reação física do objeto na 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janela.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29375" y="785813"/>
            <a:ext cx="2286000" cy="1728788"/>
          </a:xfrm>
          <a:prstGeom prst="rect">
            <a:avLst/>
          </a:prstGeom>
          <a:solidFill>
            <a:srgbClr val="FFF9F9"/>
          </a:solidFill>
          <a:ln/>
        </p:spPr>
      </p:sp>
      <p:sp>
        <p:nvSpPr>
          <p:cNvPr id="14" name="Shape 11"/>
          <p:cNvSpPr/>
          <p:nvPr/>
        </p:nvSpPr>
        <p:spPr>
          <a:xfrm>
            <a:off x="8701088" y="785813"/>
            <a:ext cx="14288" cy="17287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5" name="Shape 12"/>
          <p:cNvSpPr/>
          <p:nvPr/>
        </p:nvSpPr>
        <p:spPr>
          <a:xfrm>
            <a:off x="6429375" y="785813"/>
            <a:ext cx="14288" cy="17287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6" name="Shape 13"/>
          <p:cNvSpPr/>
          <p:nvPr/>
        </p:nvSpPr>
        <p:spPr>
          <a:xfrm>
            <a:off x="6429375" y="785813"/>
            <a:ext cx="142875" cy="142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7" name="Text 14"/>
          <p:cNvSpPr/>
          <p:nvPr/>
        </p:nvSpPr>
        <p:spPr>
          <a:xfrm>
            <a:off x="6643688" y="1000125"/>
            <a:ext cx="1857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REGRA DA ATIVIDADE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43688" y="1300163"/>
            <a:ext cx="1857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Não escrever nenhuma linha de código. O objetivo é aprender por comparação direta entre configurações.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43925" y="2500313"/>
            <a:ext cx="142875" cy="14288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911078"/>
            <a:ext cx="128588" cy="128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29400" y="2800350"/>
            <a:ext cx="20859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Registre o efeito observado antes de testar a próxima variável.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00063"/>
            <a:ext cx="7572375" cy="408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Quatro variáveis, quatro hipóteses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1146572" y="1197973"/>
            <a:ext cx="1513024" cy="410766"/>
          </a:xfrm>
          <a:prstGeom prst="rect">
            <a:avLst/>
          </a:prstGeom>
          <a:solidFill>
            <a:srgbClr val="B71C1C"/>
          </a:solidFill>
          <a:ln w="9144">
            <a:solidFill>
              <a:srgbClr val="B71C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6572" y="1197973"/>
            <a:ext cx="1513024" cy="41076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VARIÁVEL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59596" y="1197973"/>
            <a:ext cx="3026048" cy="410766"/>
          </a:xfrm>
          <a:prstGeom prst="rect">
            <a:avLst/>
          </a:prstGeom>
          <a:solidFill>
            <a:srgbClr val="B71C1C"/>
          </a:solidFill>
          <a:ln w="9144">
            <a:solidFill>
              <a:srgbClr val="B7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59596" y="1197973"/>
            <a:ext cx="3026048" cy="41076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PERGUNTA PARA INVESTIGAR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85644" y="1197973"/>
            <a:ext cx="3026159" cy="410766"/>
          </a:xfrm>
          <a:prstGeom prst="rect">
            <a:avLst/>
          </a:prstGeom>
          <a:solidFill>
            <a:srgbClr val="B71C1C"/>
          </a:solidFill>
          <a:ln w="9144">
            <a:solidFill>
              <a:srgbClr val="B7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5644" y="1197973"/>
            <a:ext cx="3026159" cy="41076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EFEITO ESPERADO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6572" y="1601595"/>
            <a:ext cx="1513024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59596" y="1601595"/>
            <a:ext cx="3026048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peso muda o movimento percebido ou a força do impacto?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85644" y="1601595"/>
            <a:ext cx="3026159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Altera a resposta às forças aplicadas e a inércia em colisões.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46572" y="2223102"/>
            <a:ext cx="7565231" cy="66146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6572" y="2223102"/>
            <a:ext cx="1513024" cy="6614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Gravity Scale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59596" y="2223102"/>
            <a:ext cx="3026048" cy="6614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 que acontece se a queda for mais forte ou mais fraca?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85644" y="2223102"/>
            <a:ext cx="3026159" cy="6614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Modifica a aceleração vertical e o tempo total de queda.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6572" y="2884568"/>
            <a:ext cx="1513024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Friction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59596" y="2884568"/>
            <a:ext cx="3026048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Quanto o objeto desliza após tocar a plataforma?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85644" y="2884568"/>
            <a:ext cx="3026159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Controla a resistência ao movimento lateral em superfícies.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146572" y="3506074"/>
            <a:ext cx="7565231" cy="62150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19"/>
          <p:cNvSpPr/>
          <p:nvPr/>
        </p:nvSpPr>
        <p:spPr>
          <a:xfrm>
            <a:off x="1146572" y="3506074"/>
            <a:ext cx="1513024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71C1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659596" y="3506074"/>
            <a:ext cx="3026048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bola devolve energia ao colidir com o chão?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685644" y="3506074"/>
            <a:ext cx="3026159" cy="62150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Modifica a intensidade e a altura do quique (elasticidade).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43000" y="4416902"/>
            <a:ext cx="7572375" cy="55721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Os valores no Inspector não são apenas "configurações": são </a:t>
            </a:r>
            <a:r>
              <a:rPr lang="en-US" sz="1000" b="1" i="1" dirty="0">
                <a:solidFill>
                  <a:srgbClr val="F57F17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decisões de design</a:t>
            </a: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que definem as regras do seu </a:t>
            </a:r>
            <a:r>
              <a:rPr lang="en-US" sz="10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mundo.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4857750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 ciclo de design começa com uma observação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1143000" y="1888741"/>
            <a:ext cx="285750" cy="28575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88874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71625" y="1894098"/>
            <a:ext cx="100369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ALTERAR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478" y="1956606"/>
            <a:ext cx="89297" cy="1428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43000" y="2353084"/>
            <a:ext cx="285750" cy="28575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0" name="Text 6"/>
          <p:cNvSpPr/>
          <p:nvPr/>
        </p:nvSpPr>
        <p:spPr>
          <a:xfrm>
            <a:off x="1143000" y="235308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571625" y="2358442"/>
            <a:ext cx="112871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EXECUTAR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494" y="2420950"/>
            <a:ext cx="89297" cy="14287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43000" y="2817428"/>
            <a:ext cx="285750" cy="28575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Text 9"/>
          <p:cNvSpPr/>
          <p:nvPr/>
        </p:nvSpPr>
        <p:spPr>
          <a:xfrm>
            <a:off x="1143000" y="281742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571625" y="2822786"/>
            <a:ext cx="113228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OBSERVAR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066" y="2885294"/>
            <a:ext cx="89297" cy="14287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43000" y="3281772"/>
            <a:ext cx="285750" cy="28575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8" name="Text 12"/>
          <p:cNvSpPr/>
          <p:nvPr/>
        </p:nvSpPr>
        <p:spPr>
          <a:xfrm>
            <a:off x="1143000" y="328177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571625" y="3287130"/>
            <a:ext cx="107513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EXPLICAR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916" y="3349637"/>
            <a:ext cx="89297" cy="14287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143000" y="3746116"/>
            <a:ext cx="285750" cy="28575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2" name="Text 15"/>
          <p:cNvSpPr/>
          <p:nvPr/>
        </p:nvSpPr>
        <p:spPr>
          <a:xfrm>
            <a:off x="1143000" y="374611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571625" y="3751473"/>
            <a:ext cx="125372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REGISTRAR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2509" y="3813981"/>
            <a:ext cx="89297" cy="14287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143000" y="4210459"/>
            <a:ext cx="285750" cy="28575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6" name="Text 18"/>
          <p:cNvSpPr/>
          <p:nvPr/>
        </p:nvSpPr>
        <p:spPr>
          <a:xfrm>
            <a:off x="1143000" y="421045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571625" y="4215817"/>
            <a:ext cx="95011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1" kern="0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REPETIR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286500" y="792956"/>
            <a:ext cx="2428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HIPÓTESE E FALHA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286500" y="1039416"/>
            <a:ext cx="24288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previsão pode falhar: o resultado inesperado é o dado mais valioso para a investigação.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286500" y="2003822"/>
            <a:ext cx="2428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ISOLAMENTO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286500" y="2250281"/>
            <a:ext cx="24288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Uma mudança isolada facilita relacionar causa e efeito no sistema.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286500" y="4284855"/>
            <a:ext cx="2428875" cy="85864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Shape 25"/>
          <p:cNvSpPr/>
          <p:nvPr/>
        </p:nvSpPr>
        <p:spPr>
          <a:xfrm>
            <a:off x="8701088" y="4284855"/>
            <a:ext cx="14288" cy="8586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26"/>
          <p:cNvSpPr/>
          <p:nvPr/>
        </p:nvSpPr>
        <p:spPr>
          <a:xfrm>
            <a:off x="6286500" y="4284855"/>
            <a:ext cx="14288" cy="85864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Shape 27"/>
          <p:cNvSpPr/>
          <p:nvPr/>
        </p:nvSpPr>
        <p:spPr>
          <a:xfrm>
            <a:off x="6286500" y="4284855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28"/>
          <p:cNvSpPr/>
          <p:nvPr/>
        </p:nvSpPr>
        <p:spPr>
          <a:xfrm>
            <a:off x="6465094" y="4463448"/>
            <a:ext cx="2071688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O FEEDBACK VISUAL TORNA A REGRA LEGÍVEL PARA O JOGADOR.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8543925" y="5129157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642938"/>
            <a:ext cx="4857750" cy="81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Artefato de saída: o rascunho das regras</a:t>
            </a:r>
            <a:endParaRPr lang="en-US" sz="2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24459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7325" y="1860166"/>
            <a:ext cx="45434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Registre pelo menos </a:t>
            </a: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três configurações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testadas no 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Inspector.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97324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57325" y="2633030"/>
            <a:ext cx="454342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 cada uma, anote: </a:t>
            </a: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valor alterado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comportamento observado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 </a:t>
            </a: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regra inferida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470188"/>
            <a:ext cx="153591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39466" y="3405894"/>
            <a:ext cx="456128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Finalize com a frase de síntese: </a:t>
            </a: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“Neste mundo, a bola...”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6286500" y="785813"/>
            <a:ext cx="2428875" cy="1748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6"/>
          <p:cNvSpPr/>
          <p:nvPr/>
        </p:nvSpPr>
        <p:spPr>
          <a:xfrm>
            <a:off x="8701088" y="785813"/>
            <a:ext cx="14288" cy="17486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7"/>
          <p:cNvSpPr/>
          <p:nvPr/>
        </p:nvSpPr>
        <p:spPr>
          <a:xfrm>
            <a:off x="6286500" y="785813"/>
            <a:ext cx="14288" cy="174865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8"/>
          <p:cNvSpPr/>
          <p:nvPr/>
        </p:nvSpPr>
        <p:spPr>
          <a:xfrm>
            <a:off x="6286500" y="785813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9"/>
          <p:cNvSpPr/>
          <p:nvPr/>
        </p:nvSpPr>
        <p:spPr>
          <a:xfrm>
            <a:off x="6500813" y="1000125"/>
            <a:ext cx="2000250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"O objetivo não é encontrar o valor correto, mas perceber como escolhas de design constroem uma realidade jogável."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8543925" y="2520125"/>
            <a:ext cx="142875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1"/>
          <p:cNvSpPr/>
          <p:nvPr/>
        </p:nvSpPr>
        <p:spPr>
          <a:xfrm>
            <a:off x="6286500" y="4525566"/>
            <a:ext cx="2428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COMPARTILHAMENTO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6286500" y="4772025"/>
            <a:ext cx="2428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Apresente uma descoberta e uma nova pergunta para a próxima aula.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438"/>
            <a:ext cx="714375" cy="5072063"/>
          </a:xfrm>
          <a:prstGeom prst="rect">
            <a:avLst/>
          </a:prstGeom>
          <a:noFill/>
          <a:ln/>
        </p:spPr>
        <p:txBody>
          <a:bodyPr wrap="non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REF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00063"/>
            <a:ext cx="5214938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B71C1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Referências e Fontes Consultadas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143000" y="1654448"/>
            <a:ext cx="5214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[1]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1847329"/>
            <a:ext cx="521493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CINE Gamification — The Magic Circle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" y="2075929"/>
            <a:ext cx="52149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Síntese sobre Huizinga, </a:t>
            </a:r>
            <a:r>
              <a:rPr lang="en-US" sz="950" i="1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Homo Ludens</a:t>
            </a:r>
            <a:r>
              <a:rPr lang="en-US" sz="9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(1938), e a expansão do conceito por Salen e </a:t>
            </a:r>
            <a:r>
              <a:rPr lang="en-US" sz="9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Zimmerman. </a:t>
            </a:r>
            <a:r>
              <a:rPr lang="en-US" sz="950" dirty="0">
                <a:solidFill>
                  <a:srgbClr val="B71C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cinegamification.com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43000" y="2693082"/>
            <a:ext cx="5214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[2]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" y="2885963"/>
            <a:ext cx="521493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Springer Nature — Games and the Magic Circle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3114563"/>
            <a:ext cx="52149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Referência acadêmica sobre o conceito em Game Studies. </a:t>
            </a:r>
            <a:r>
              <a:rPr lang="en-US" sz="950" dirty="0">
                <a:solidFill>
                  <a:srgbClr val="B71C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link.springer.com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43000" y="3551727"/>
            <a:ext cx="5214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7F17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[3]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43000" y="3744609"/>
            <a:ext cx="521493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Godot Engine — RigidBody2D &amp; Editor Introduction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3973209"/>
            <a:ext cx="52149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Documentação oficial sobre física 2D e interface do editor. </a:t>
            </a:r>
            <a:r>
              <a:rPr lang="en-US" sz="950" dirty="0">
                <a:solidFill>
                  <a:srgbClr val="B71C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docs.godotengine.org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43688" y="500063"/>
            <a:ext cx="2071688" cy="105152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6643688" y="500063"/>
            <a:ext cx="2071688" cy="5715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6" name="Text 13"/>
          <p:cNvSpPr/>
          <p:nvPr/>
        </p:nvSpPr>
        <p:spPr>
          <a:xfrm>
            <a:off x="6643688" y="500063"/>
            <a:ext cx="2071688" cy="1051527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FIM DA AULA 01:</a:t>
            </a:r>
            <a:r>
              <a:rPr lang="en-US" sz="11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
</a:t>
            </a:r>
            <a:r>
              <a:rPr lang="en-US" sz="11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FUNDAÇÕES E </a:t>
            </a:r>
            <a:r>
              <a:rPr lang="en-US" sz="1100" b="1" dirty="0">
                <a:solidFill>
                  <a:srgbClr val="FFFFFF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43688" y="4618434"/>
            <a:ext cx="2071688" cy="5250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Próxima Aula: Módulo 1.2 — Transformações e Hierarquia de Nós.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