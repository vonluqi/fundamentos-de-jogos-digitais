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6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8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7863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Aula 08: Perfis de Jogadores e</a:t>
            </a:r>
          </a:p>
          <a:p>
            <a:pPr algn="l">
              <a:spcAft>
                <a:spcPts val="1600"/>
              </a:spcAft>
            </a:pPr>
            <a:r>
              <a:rPr sz="2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o Modelo Quantic Foundry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Individual ou dupla · Design do perfil × mecânicas · Labirinto direcionado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83280"/>
            <a:ext cx="4754880" cy="8229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MÓDULO 2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CARTÓGRAFO DO PERFIL · 2 ENCONTROS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08 | MÓDULO 2 · QUANTIC FOUNDRY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Por que jogamos?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8229600" cy="32918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7772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Nem todo jogador busca a mesma recompensa.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Ação, conquista, história ou descoberta puxam públicos diferentes.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Design sem público-alvo vira labirinto genérico — agrada a ninguém de verdade.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Hoje: escolher um perfil e adaptar o LabirintoDeMoedas.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08 | MÓDULO 2 · QUANTIC FOUNDRY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Quantic Foundry — 6 clusters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97280"/>
            <a:ext cx="2743200" cy="16002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ACTION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Destruição · Excitement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097280"/>
            <a:ext cx="2743200" cy="16002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3258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SOCIAL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Competition · Community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097280"/>
            <a:ext cx="2743200" cy="16002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MASTERY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Challenge · Strategy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926080"/>
            <a:ext cx="2743200" cy="16002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154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ACHIEVEMENT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Completion · Power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2926080"/>
            <a:ext cx="2743200" cy="16002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3154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IMMERSION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Fantasy · 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926080"/>
            <a:ext cx="2743200" cy="16002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3154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CREATIVITY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Design ·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08 | MÓDULO 2 · QUANTIC FOUNDRY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Destruição / Desafio × Descoberta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4023360" cy="31089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AÇÃO · DESAFIO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Tensão, timing, impacto.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Obstáculos que se movem.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Risco e ritmo.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143000"/>
            <a:ext cx="4023360" cy="31089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3716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DESCOBERTA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Explorar o que está escondido.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Caminhos laterais e segredos.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Recompensas fora da rota óbvia.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08 | MÓDULO 2 · QUANTIC FOUNDRY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Duas trilhas no Labirinto (escolham UMA)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4023360" cy="31089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CONQUISTA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Área secreta + moeda brilhante.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Difícil de alcançar (gap / altura).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Eco Achievement + Discovery.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143000"/>
            <a:ext cx="4023360" cy="31089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3716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AÇÃO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Obstáculo móvel (vai-e-volta).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Timing obrigatório.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Eco Action + Challenge.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08 | MÓDULO 2 · QUANTIC FOUNDRY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Ofícios · solo ou dupla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8229600" cy="32004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77724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Design do perfil — escolhe motivações QF e decisões de nível.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Programação das mecânicas — Camera2D + scripts da trilha + playtest.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Solo = os dois ofícios. Sem trios. Sem pasta sync no Godot.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Continuar LabirintoDeMoedas da Aula 07 · câmera follow no E1.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Só 1 ou 2 pessoas — individual ou dupla.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08 | MÓDULO 2 · QUANTIC FOUNDRY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Cercado do escopo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8229600" cy="32004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77724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FORA: loja Aula 06 · combate/HP · NPCs · story completo · multiplayer.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FORA: implementar as duas trilhas no mesmo MVP.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DENTRO: uma trilha jogável + diário justificando o perfil.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CARTÓGRAFO DO PERFIL — quem amarra motivação → mecânica.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08 | MÓDULO 2 · QUANTIC FOUNDRY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Dois encontros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3931920" cy="32004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35661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ENCONTRO 1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Teoria Quantic Foundry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Camera2D no Player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Ofícios + trilha + esqueleto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188720"/>
            <a:ext cx="3931920" cy="32004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1417320"/>
            <a:ext cx="35661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ENCONTRO 2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Implementar mecânica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Playtest + diário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Finalize + Altar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08 | MÓDULO 2 · QUANTIC FOUNDRY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2026-09-03T14:44:26Z</dcterms:created>
  <dcterms:modified xsi:type="dcterms:W3CDTF">2026-09-03T14:44:26Z</dcterms:modified>
</cp:coreProperties>
</file>