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07: Papéis, Workflow e</a:t>
            </a:r>
          </a:p>
          <a:p>
            <a:pPr algn="l">
              <a:spcAft>
                <a:spcPts val="1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Versionamento Visual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Equipes · Labirinto de Moedas 2D · pastas Godot e pasta compartilhada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20624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2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INTRODUÇÃO AO GDSCRIPT “DO ZERO”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Onde estamos na trilha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06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Loja ética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(GDScript 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07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Equipe + escopo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+ pastas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08+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Construir o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Labirinto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Tópico da ementa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Papéis no desenvolvimento de jogos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 Workflow de desenvolvimento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Scope Creep · quadro de equipe · versionamento visual na Godot.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Cinco ofícios do estúdio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69164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GAME DESIGN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que é divertido?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Regras · GDD · loops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097280"/>
            <a:ext cx="169164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28016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PROGRAMAÇÃO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Como funciona?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Scripts · cenas · bugs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097280"/>
            <a:ext cx="169164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28016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ARTE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que se vê?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Sprites · tiles ·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1097280"/>
            <a:ext cx="169164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28016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ÁUDIO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que se ouve?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SFX · música ·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097280"/>
            <a:ext cx="169164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28016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PRODUÇÃO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Quando e até onde?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Cronograma · escopo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Indie = muitos chapéus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 mesma pessoa veste vários ofícios.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Mesmo assim: nomeie a dona(o) de cada entrega.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Sem dono no quadro, ninguém é responsável.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Workflow em etapas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169164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IDEIA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Sonho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inicial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280160"/>
            <a:ext cx="169164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087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MVP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Escopo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fechado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280160"/>
            <a:ext cx="169164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5087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PRODUÇÃO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Por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papel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1280160"/>
            <a:ext cx="169164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5087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INTEGRAÇÃO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Juntar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80160"/>
            <a:ext cx="169164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5087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PLAYTEST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Cortar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ou seguir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Scope Creep — o monstro amigável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QUE É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projeto cresce em ideias sem cortar tempo, pessoas ou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173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SINTOMAS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“Só mais um inimigo” · “e se tiver loja?” · “e se for online?”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ANTÍDOTO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Lista do que está fora · produção guarda o cercado · dizer não.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Cercado do Labirinto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ENTRA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Hoje: papéis + pastas + stubs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08+: player 4 dirs · moedas · 1 fase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7A1F2B"/>
                </a:solidFill>
                <a:latin typeface="Cinzel"/>
                <a:cs typeface="Cinzel"/>
                <a:ea typeface="Cinzel"/>
              </a:rPr>
              <a:t>FICA FORA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Loja Aula 06 · combate · NPCs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Multiplayer · bosses · shaders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Ponte prática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Minha Equipe, Meu Escopo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Equipes de 3 · quadro · projeto LabirintoDeMoedas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Sem labirinto jogável completo hoje — só organização.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Trio de sala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CENÁRIO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Arte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cenas/cenario.tscn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Node2D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71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MOEDAS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Game Design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cenas/moeda.tscn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Area2D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PLAYER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Programação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cenas/player.tscn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CharacterBody2D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Quadro + cronograma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Equipe nomeada + produtor do 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39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7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Três entregas com responsável (cenário · moedas · player).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≥3 itens FORA DO ESCOPO (cercado).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799"/>
            <a:ext cx="8138160" cy="53035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≥3 tarefas no cronograma com dono e alvo (07 / 08+).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Pastas Godot (contrato)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138160" cy="29718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74980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LabirintoDeMoedas/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cenas/  player.tscn · moeda.tscn · cenario.tscn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sprites/ · audio/ · scripts/ · ui/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Projeto NOVO · stubs só · sem movimento/coleta hoje.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Pasta compartilhada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Uma pasta: LabirintoDeMoedas_&lt;NomeEquipe&gt;.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35608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Avisar no grupo antes de editar uma .tscn.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11095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Um dono por cena nesta fase.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86584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ZIP datado no fim: backup_AAAA-MM-DD_HHMM.zip.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077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Não sync obsessivo de .godot/ (cache local).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◆  Git existe — só teaser; não é obrigatório hoje.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Checklist do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Equipe de 3 + produtor do 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35608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Quadro: cenário · moedas · player com responsáveis.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11095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≥3 itens fora do escopo + ≥3 tarefas no cronograma.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86584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Projeto LabirintoDeMoedas + três cenas-esqueleto.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077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Pasta compartilhada ou ZIP de backup.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Anotações + síntese enviadas na página aula7.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Fechamento e Altar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FIM DA AULA 07: CARTÓGRAFO DA EQUIPE</a:t>
            </a: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Um labirinto pequeno e terminado ensina mais que um mundo aberto abandonado.</a:t>
            </a:r>
          </a:p>
          <a:p>
            <a:pPr algn="ctr">
              <a:spcAft>
                <a:spcPts val="12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Envie as anotações. Leve o código ao Altar quando o Mestre liberar.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Próxima trilha: construir o Labirinto (Aula 08+).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07 | MÓDULO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