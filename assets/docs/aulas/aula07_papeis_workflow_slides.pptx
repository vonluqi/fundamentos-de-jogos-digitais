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6"/>
    <p:sldId id="264" r:id="rId5"/>
    <p:sldId id="265" r:id="rId4"/>
    <p:sldId id="266" r:id="rId3"/>
    <p:sldId id="267" r:id="rId2"/>
    <p:sldId id="268" r:id="rId19"/>
    <p:sldId id="269" r:id="rId20"/>
    <p:sldId id="270" r:id="rId21"/>
    <p:sldId id="271" r:id="rId22"/>
    <p:sldId id="272" r:id="rId2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07: Papéis, Workflow e</a:t>
            </a:r>
          </a:p>
          <a:p>
            <a:pPr algn="l">
              <a:spcAft>
                <a:spcPts val="1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Versionamento Visual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Individual ou dupla · arte da moeda × coleta · diário compartilhado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4206240" cy="822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MÓDULO 2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INTRODUÇÃO AO GDSCRIPT “DO ZERO”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Onde estamos na trilha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06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Loja ética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(2 encontros)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07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Papéis + coleta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(2 encontros)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08+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Expandir o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Labirinto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Tópico da ementa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Papéis no desenvolvimento de jogos</a:t>
            </a:r>
          </a:p>
          <a:p>
            <a:pPr algn="ctr">
              <a:spcAft>
                <a:spcPts val="1200"/>
              </a:spcAft>
            </a:pPr>
            <a:r>
              <a:rPr sz="2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e Workflow de desenvolvimento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Scope Creep · individual ou dupla · arte da moeda × coleta · diário compartilhado.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Cinco ofícios — entregável e falha típica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51560"/>
            <a:ext cx="1719072" cy="30632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88720"/>
            <a:ext cx="1572768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GAME DESIGN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Entrega: regras / GDD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Falha: “a gente vê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depois se é divertido”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66543" y="1051560"/>
            <a:ext cx="1719072" cy="30632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5" y="1188720"/>
            <a:ext cx="1572768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PROGRAMAÇÃO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Entrega: cena que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funciona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Falha: script sem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dono da .tscn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051560"/>
            <a:ext cx="1719072" cy="30632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1188720"/>
            <a:ext cx="1572768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ARTE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Entrega: sprite / cena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visível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Falha: arte sem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nome de arquivo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50992" y="1051560"/>
            <a:ext cx="1719072" cy="30632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1188720"/>
            <a:ext cx="1572768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ÁUDIO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Entrega: SFX/música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Falha: “deixamos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silêncio para depois”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43216" y="1051560"/>
            <a:ext cx="1719072" cy="30632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8" y="1188720"/>
            <a:ext cx="1572768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PRODUÇÃO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Entrega: cercado +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sync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Falha: ninguém diz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não ao Scope Creep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Workflow — o que entra e sai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143000"/>
            <a:ext cx="1719072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325880"/>
            <a:ext cx="157276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IDEIA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Entra: sonho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Sai: intenção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clara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66543" y="1143000"/>
            <a:ext cx="1719072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5" y="1325880"/>
            <a:ext cx="157276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MVP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Entra: lista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Sai: cercado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fechado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143000"/>
            <a:ext cx="1719072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1325880"/>
            <a:ext cx="157276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PRODUÇÃO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Entra: ofício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Sai: arquivo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com dono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50992" y="1143000"/>
            <a:ext cx="1719072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1325880"/>
            <a:ext cx="157276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INTEGRAÇÃO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Entra: cenas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Sai: um projeto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que abre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43216" y="1143000"/>
            <a:ext cx="1719072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8" y="1325880"/>
            <a:ext cx="157276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PLAYTEST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Entra: build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Sai: corte ou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próximo passo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Scope Creep no Labirinto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2377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EXEMPLO RUIM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“E se tiver inimigos, loja, boss e online?” — ideias boas no momento errado.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2377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MVP DESTA AULA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E1: sprite LibreSprite · E2: Player + coleta. Só isso.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2377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ANTÍDOTO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Lista FORA DO ESCOPO no diário · dizer não · loja Aula 06 fica fora.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Caso: Hytale — visão enorme</a:t>
            </a:r>
          </a:p>
        </p:txBody>
      </p:sp>
      <p:pic>
        <p:nvPicPr>
          <p:cNvPr id="7" name="Picture 6" descr="hytale-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4709160" cy="264890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257800" y="1005840"/>
            <a:ext cx="3474720" cy="30632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14300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LINHA DO TEMPO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2018 — Trailer: sandbox + RPG + tools + multiplayer…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2020 — Riot Games compra a Hypixel Studios.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2021+ — Beta não chega; reboot de engine; ambição cresce.</a:t>
            </a:r>
          </a:p>
          <a:p>
            <a:pPr algn="l">
              <a:spcAft>
                <a:spcPts val="10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2025 — Projeto cancelado (depois reaberto com escopo cortado).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FA759"/>
                </a:solidFill>
                <a:latin typeface="Georgia"/>
                <a:cs typeface="Georgia"/>
                <a:ea typeface="Georgia"/>
              </a:rPr>
              <a:t>Dinheiro e talento ≠ cercado fechado.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Riot × Hytale — lição de escopo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2926080" cy="29260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ot-gam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2194560" cy="1234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611880" y="1051560"/>
            <a:ext cx="5029200" cy="29260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234440"/>
            <a:ext cx="4617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 QUE ACONTECEU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 visão era tão grande que cada “só mais isso” empurrava o jogo para longe do lançável.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Até com backing da Riot, falta de MVP claro virou anos sem build pública estável.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NA NOSSA SALA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Labirinto = sprite + coleta. Loja, boss e online ficam FORA — senão viramos Hytale de 120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Versionamento visual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Nome canônico de pasta/cena = contrato (moeda.tscn ≠ MoedaFinal2).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39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7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Projeto Godot só na máquina local — sem pasta sync /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PNG do LibreSprite entra em sprites/ no Encontro 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799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Sem dono de arquivo, alguém apaga o trabalho do outro sem perceber.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Ponte prática — 2 encontros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Oficina em dois encontros · individual ou dupla</a:t>
            </a: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E1: teoria · convite · arte no LibreSprite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E2: Godot local · coleta · diário · Altar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Estúdio → sala (dupla ou solo)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393192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474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DUPLA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Arte da moeda ↔ LibreSprite + moeda.tscn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Programação ↔ Player + coleta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Convite na própria Oficina.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097280"/>
            <a:ext cx="393192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280160"/>
            <a:ext cx="3474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INDIVIDUAL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Você faz os dois ofícios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(arte no E1 · Godot no E2).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Só 1 ou 2 pessoas — sem trio.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Ofícios da sala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ARTE DA MOEDA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E1: LibreSprite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E2: moeda.tscn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+ Area2D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3716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PROGRAMAÇÃO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E2: Player (M1)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body_entered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coleta / conta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SOLO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Os dois ofícios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arte no E1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Godot no 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Diário compartilhado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Substitui anotações + síntese — um texto só.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39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7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Em dupla: os dois editam o mesmo diário (autosave + sync).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Seções: ofícios · entregas · cercado · versionamento.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799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Cada aluno finaliza o próprio envio no Encontro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Pastas Godot (contrato)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8138160" cy="29718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34440"/>
            <a:ext cx="7498079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LabirintoDeMoedas/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cenas/  player.tscn · moeda.tscn · cenario.tscn (stub)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sprites/ · audio/ · scripts/ · ui/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MVP: sprite + movimento M1 + coleta (Area2D).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Projeto local (sem pasta sync)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Godot só na máquina local — sem Drive/OneDrive no projeto.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PNG do LibreSprite → sprites/ no Encontro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Na dupla: cada um na cena do seu ofício.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1460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Nomes canônicos: player.tscn · moeda.tscn.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1752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Pasta .godot/ é cache local — não versionar.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Checklist do artefato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Solo ou dupla com ofícios definidos na Oficina.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E1: sprite LibreSprite · E2: moeda.tscn + coleta.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≥3 itens fora do escopo no diário.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1460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Projeto Godot local (sem pasta sync).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17520"/>
            <a:ext cx="8138160" cy="43891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7680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Diário finalizado (envio individual) + Altar.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Fechamento e Altar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5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FIM DA AULA 07: CARTÓGRAFO DA DUPLA</a:t>
            </a:r>
          </a:p>
          <a:p>
            <a:pPr algn="ctr">
              <a:spcAft>
                <a:spcPts val="10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Um labirinto pequeno e terminado ensina mais que um mundo aberto abandonado.</a:t>
            </a:r>
          </a:p>
          <a:p>
            <a:pPr algn="ctr">
              <a:spcAft>
                <a:spcPts val="12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Finalize o diário. Leve o código ao Altar quando o Mestre liberar.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Próxima trilha: expandir o Labirinto (Aula 08+).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07 | MÓDULO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2026-09-03T14:44:26Z</dcterms:created>
  <dcterms:modified xsi:type="dcterms:W3CDTF">2026-09-03T14:44:26Z</dcterms:modified>
</cp:coreProperties>
</file>